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B6F68"/>
                </a:solidFill>
              </a:defRPr>
            </a:pPr>
            <a:r>
              <a:t>BuildVision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B5F66"/>
                </a:solidFill>
              </a:defRPr>
            </a:pPr>
            <a:r>
              <a:t>AI-контроль стройплощадки: камеры → ИИ-анализ → календарный план → прогноз сроков</a:t>
            </a:r>
          </a:p>
          <a:p>
            <a:pPr>
              <a:defRPr sz="2000">
                <a:solidFill>
                  <a:srgbClr val="5B5F66"/>
                </a:solidFill>
              </a:defRPr>
            </a:pPr>
            <a:r>
              <a:t>Хакатон: Департамент градостроительной политики города Москвы (бывший «СтройКонтроль»)</a:t>
            </a:r>
          </a:p>
          <a:p>
            <a:pPr>
              <a:defRPr sz="2000">
                <a:solidFill>
                  <a:srgbClr val="5B5F66"/>
                </a:solidFill>
              </a:defRPr>
            </a:pPr>
            <a:r>
              <a:t>Один участник, разработка на CPU без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Задача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Снимки наблюдения с площадок без разметки и без точных дат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Нужно: обнаружить и классифицировать технику, сопоставить с этапом работ,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визуализировать результат, выявить отсутствующую и неожиданную технику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Обязательное требование ТЗ: объяснимость, а не «чёрный ящик»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Концепция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Снимок + зона + дата → обнаруженная техника → сопоставление с этапом графика (Plan vs Fact)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→ объяснимое предупреждение с доказательствами</a:t>
            </a:r>
          </a:p>
          <a:p>
            <a:pPr>
              <a:defRPr sz="800">
                <a:solidFill>
                  <a:srgbClr val="5B5F66"/>
                </a:solidFill>
              </a:defRPr>
            </a:pP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Три статуса: «Отклонений не выявлено», «Возможное отклонение», «Недостаточно данных»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«Недостаточно данных» — осознанный статус, а не подмена неуверенности тревогой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6 модулей BuildVision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Dashboard — сводка, текущий этап, последние отклонения, баннер риска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AI Camera — анализ снимка, Plan vs Fact по количеству, цепочка объяснения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Календарный план и Карта — таймлайн этапов, камеры на карте по статусу зоны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AI Learning — классификатор-корректор на коррекциях инженера (CLIP + логрегрессия)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Прогноз сроков — расчётный движок по темпу и погоде, без ML-предсказания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Мобильное приложение — Capacitor-обёртка, те же API, анализ снимка с камеры телефона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Backend: FastAPI (Python) — детектор, ядро сопоставления, погодный/прогнозный/обучающий модули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Frontend: React + TypeScript + Vite — 8 экранов, тёмная индустриальная тема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Авторизация: сессии Django (та же БД, что и admin), две роли — Администратор/Участник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Развёртывание: docker compose (db + app + admin), nginx + Let's Encrypt на VPS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Выбор модели детекции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YOLO-World v2 small — открытый словарь классов (zero-shot), без обязательного дообучения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Обычные веса YOLO (COCO) не покрывают нужную таксономию строительной техники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Скорость на CPU: медиана 0.33–0.72 с/кадр (small/medium) — укладывается в бюджет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Решение принято по измеренному baseline, а не заранее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Методика сопоставления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Активный этап выбирается по дате и зоне — не по тому, что нашла модель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Правила (обязательная/допустимая техника) — конфигурация, не код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Два обязательных отклонения: отсутствие требуемой техники и неожиданная техника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Известные путаемые пары классов → статус «Недостаточно данных», не ложная уверенность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Измеренное качество: сильная сторона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Класс «Экскаватор» на размеченной val-выборке (20 снимков):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Precision ≈ 0.93, Recall ≈ 0.78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Модель редко ошибается, когда называет объект экскаватором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Основная потеря полноты — путаница с краном-манипулятором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Измеренное качество: честное ограничение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Класс «Самосвал»: Precision ≈ 0.05 на val-выборке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Систематические ложные срабатывания на трубах, панелях, контейнерах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Это не «путаница между классами» — механизм confusable-пар это не решает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Задокументировано как известное ограничение, видно прямо в интерфейсе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AI Learning — обучение с обратной связью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Инженер подтверждает/исправляет неоднозначные и низкоуверенные детекции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CLIP-эмбеддинги + логистическая регрессия — секунды обучения на CPU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Честная валидация: в датасете нет размеченного held-out набора —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метрики считаются train/test-разбиением внутри самих коррекций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Кандидат не становится рабочей версией автоматически — только ручная публикация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Карта, погода и прогноз сроков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Leaflet-карта площадки с зонами и камерами; цвет — по последнему статусу зоны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Погодные риски на 72 часа (Open-Meteo), пересечённые с этапами графика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Прогноз сроков: темп по истории наблюдений + факторы риска, без ML-предсказания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Прогноз ≠ наблюдаемый факт — визуально разделены в интерфейсе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Честность и прозрачность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Координаты площадки и график работ явно помечены как демонстрационные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Реальные координаты объекта и календарь в материалах ТЗ не найдены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Справочник видов работ использован как есть, включая испорченные Excel-коды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Известные ограничения модели показаны в интерфейсе, а не скрыты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Демонстрационный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1. Вход под своей ролью → Главная: сводка, текущий этап, баннер риска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2. Анализ снимка с экскаватором и самосвалами → Plan vs Fact по котловану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3. Коррекция неоднозначной детекции → Центр обучения AI с реальными счётчиками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4. Календарный план/Карта: таймлайн этапов, камеры по статусу зоны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5. Прогноз сроков: план/факт/прогноз, факторы риска — не «вероятность срыва»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6. Статус «Недостаточно данных» без отказа всего приложения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Мобильное приложение для RuStore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Capacitor: тот же React-код и API, без переписывания на React Native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Экраны: вход, Главная, Карта, Уведомления, Профиль + анализ снимка с камеры телефона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Та же сессионная авторизация, что и в вебе — новых backend-эндпоинтов не потребовалось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Push-уведомления вне охвата цикла — список при открытии приложения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Дообучение детектора на собственной разметке (решить precision/recall проблемы)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Накопление коррекций инженера для более надёжной валидации AI Learning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Автоматическое OCR-извлечение даты со штампа (~85% снимков имеет штамп)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Реальные камеры и графики; редактор полигонов зон в интерфейсе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Рекомендации по камерам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Фиксированный ракурс с привязкой к зоне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Обзор места работ и подъездов, минимум перекрытий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Достаточный размер техники в кадре, освещение в тёмное время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Синхронизация времени; актуализация зоны после переустановки камеры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6F68"/>
                </a:solidFill>
              </a:defRPr>
            </a:pPr>
            <a:r>
              <a:t>Спасибо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52A"/>
                </a:solidFill>
              </a:defRPr>
            </a:pPr>
            <a:r>
              <a:t>Репозиторий, документация и отчёт о качестве — в комплекте сдачи</a:t>
            </a:r>
          </a:p>
          <a:p>
            <a:pPr>
              <a:defRPr sz="2000">
                <a:solidFill>
                  <a:srgbClr val="22252A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